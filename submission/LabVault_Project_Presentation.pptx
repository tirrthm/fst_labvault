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38BDF8"/>
                </a:solidFill>
              </a:defRPr>
            </a:pPr>
            <a:r>
              <a:t>LabVault</a:t>
            </a:r>
          </a:p>
          <a:p>
            <a:pPr>
              <a:spcBef>
                <a:spcPts val="800"/>
              </a:spcBef>
              <a:defRPr sz="2400">
                <a:solidFill>
                  <a:srgbClr val="F1F5F9"/>
                </a:solidFill>
              </a:defRPr>
            </a:pPr>
            <a:r>
              <a:t>Laboratory Equipment Lifecycle &amp; Maintenance Platform</a:t>
            </a:r>
          </a:p>
          <a:p>
            <a:pPr>
              <a:spcBef>
                <a:spcPts val="1200"/>
              </a:spcBef>
              <a:defRPr sz="1700">
                <a:solidFill>
                  <a:srgbClr val="818CF8"/>
                </a:solidFill>
              </a:defRPr>
            </a:pPr>
            <a:r>
              <a:t>Complete Project Presentation (Assignments 1 &amp; 2 Combined)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What is LabVault?</a:t>
            </a:r>
            <a:br/>
            <a:r>
              <a:t>A modern web application for universities and research labs to track equipment, approve student loan requests, log maintenance repairs, schedule calibrations, and send automated email alerts.</a:t>
            </a:r>
          </a:p>
          <a:p>
            <a:pPr>
              <a:spcBef>
                <a:spcPts val="1600"/>
              </a:spcBef>
              <a:defRPr sz="1200">
                <a:solidFill>
                  <a:srgbClr val="34D399"/>
                </a:solidFill>
              </a:defRPr>
            </a:pPr>
            <a:r>
              <a:t>Tech Stack: Next.js 14 App Router | TypeScript | PostgreSQL + Prisma ORM | Faker.js | Resend &amp; React Email | RBAC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System Architecture &amp; Core Technology Stack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583680" cy="354080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34440"/>
            <a:ext cx="384048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Architecture Highlights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• Presentation (Frontend):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Next.js 14 App Router, React Server Components (RSC), Tailwind CSS, shadcn/ui, and Radix UI primitives.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• Logic &amp; State: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Server Actions for safe database changes, Zustand for instant client role switching, Zod for validation.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• Persistence (Backend):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PostgreSQL database managed by Prisma ORM with 9 relational models and 30+ indexes.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• Email &amp; Notifications: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Resend API with 7 React Email templates, plus Svix webhooks for real-time delivery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Relational Database (Prisma) &amp; Faker.js Seeding (Topic 4)</a:t>
            </a:r>
          </a:p>
        </p:txBody>
      </p:sp>
      <p:pic>
        <p:nvPicPr>
          <p:cNvPr id="4" name="Picture 3" descr="database_schem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583680" cy="354080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34440"/>
            <a:ext cx="384048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Database &amp; Seeding Summary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• 9 Relational Tables: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Users, Labs, Equipment, Borrow Requests, Maintenance Tickets, Work Logs, Calibrations, Audit Logs, Email Events.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• Reproducible Seeding: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faker.seed(123456) generates exact realistic data every time using 'npm run db:seed'.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• Populated Academic Data: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32 multi-role users, 6 labs, 66 equipment items, 90 borrow requests, 35 work orders, 130 audit events.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• Visual Management: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Prisma Studio runs locally at http://localhost:5555 for instant web-based database browsing.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Equipment Lifecycle Workflow &amp; Resend Email (Topic 5)</a:t>
            </a:r>
          </a:p>
        </p:txBody>
      </p:sp>
      <p:pic>
        <p:nvPicPr>
          <p:cNvPr id="4" name="Picture 3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48684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297680"/>
            <a:ext cx="3328416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7 React Email Templates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Borrow Approved &amp; Rejected notifications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24-Hour Return Due reminders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Maintenance assigned &amp; completed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Calibration warning &amp; Critical failures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4297680"/>
            <a:ext cx="3328416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Resend SDK &amp; Webhook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Pre-built JSX email design system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Local simulation mode for development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Svix cryptographic webhook security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Sent, Delivered &amp; Bounced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4297680"/>
            <a:ext cx="3328416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4-Tier Security (RBAC)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Student: Search catalog &amp; request loans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Technician: Checkouts, logs, calibrations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Lab Manager: Approvals &amp; ticket assignments</a:t>
            </a:r>
          </a:p>
          <a:p>
            <a:pPr>
              <a:spcAft>
                <a:spcPts val="300"/>
              </a:spcAft>
              <a:defRPr sz="1050">
                <a:solidFill>
                  <a:srgbClr val="F1F5F9"/>
                </a:solidFill>
              </a:defRPr>
            </a:pPr>
            <a:r>
              <a:t>• Admin: Full audit log &amp; system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Project Verification, Quality &amp; Submission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Build &amp; Type Safety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next build: Exit Code 0 (13 static pages, 8 APIs)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tsc --noEmit: 0 TypeScript errors across codebase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Edge Middleware (32.5 kB) for fast role security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Lightweight bundles (&lt; 95 kB initial client 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371600"/>
            <a:ext cx="3328416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Complete Problem Solved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Eliminates paper logs and lost lab equipment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Transparent real-time chain-of-custody tracking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Automatic email reminders prevent late returns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ISO-17025 calibration tracking ensures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371600"/>
            <a:ext cx="3328416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How to Test &amp; Run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1. Database: PostgreSQL running on port 5432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2. Migrate: npx prisma migrate dev --name init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3. Seed: npm run db:seed (Faker.js)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4. Start: npm run dev -&gt; http://localhost:3000</a:t>
            </a:r>
          </a:p>
          <a:p>
            <a:pPr>
              <a:spcAft>
                <a:spcPts val="700"/>
              </a:spcAft>
              <a:defRPr sz="1200">
                <a:solidFill>
                  <a:srgbClr val="F1F5F9"/>
                </a:solidFill>
              </a:defRPr>
            </a:pPr>
            <a:r>
              <a:t>• 5. Database GUI: npx prisma studio (port 5555)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